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96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34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70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30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60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25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9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342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4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0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01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7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315DD-B8B9-4EF1-BECE-D101B4D976E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0DDB0-8791-4E64-95AE-24F63D5D4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76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4800" y="933061"/>
            <a:ext cx="12801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ADVERTISING SALES PREDICATION</a:t>
            </a:r>
          </a:p>
          <a:p>
            <a:pPr algn="ctr"/>
            <a:r>
              <a:rPr lang="en-US" sz="5400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 USING MACHINE LEARNING</a:t>
            </a:r>
            <a:endParaRPr lang="en-IN" sz="5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56979" y="6223519"/>
            <a:ext cx="1726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NAME: </a:t>
            </a:r>
            <a:r>
              <a:rPr lang="en-US" sz="1200" dirty="0" smtClean="0">
                <a:solidFill>
                  <a:schemeClr val="bg1"/>
                </a:solidFill>
              </a:rPr>
              <a:t>N.Mahesh</a:t>
            </a:r>
          </a:p>
          <a:p>
            <a:r>
              <a:rPr lang="en-IN" sz="1200" b="1" dirty="0" smtClean="0">
                <a:solidFill>
                  <a:schemeClr val="bg1"/>
                </a:solidFill>
              </a:rPr>
              <a:t>COURSE: </a:t>
            </a:r>
            <a:r>
              <a:rPr lang="en-IN" sz="1200" dirty="0" smtClean="0">
                <a:solidFill>
                  <a:schemeClr val="bg1"/>
                </a:solidFill>
              </a:rPr>
              <a:t>DATA SCIENCE</a:t>
            </a:r>
            <a:endParaRPr lang="en-US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6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580" y="223936"/>
            <a:ext cx="4112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INTRODUCTION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580" y="1212979"/>
            <a:ext cx="284186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Project Objective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Data Description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Data Preprocessing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Exploratory Data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Feature Engineering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Model Building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Model Prediction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Conclusion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58"/>
          <a:stretch/>
        </p:blipFill>
        <p:spPr>
          <a:xfrm>
            <a:off x="6540758" y="1449543"/>
            <a:ext cx="4002834" cy="26186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298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7281" y="298579"/>
            <a:ext cx="6301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PROJECTIVE OBJECTIVE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281" y="1350674"/>
            <a:ext cx="94985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Advertising plays an important role in increasing product sales.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Companies spend money on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TV, Radio, and Newspaper advertisements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analyze advertising data and predict sales.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helps businesses make better marketing decisions.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863" y="3503644"/>
            <a:ext cx="3967844" cy="264522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60151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257" y="298580"/>
            <a:ext cx="5386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PROBLEM STATEMENT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1257" y="1334277"/>
            <a:ext cx="11930743" cy="1199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Businesses want to know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advertising affects sales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 analysis is difficult and time-consuming.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goal of this project is 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 a predictive model that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estimates sales based on advertising spending.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238" y="2453952"/>
            <a:ext cx="6292480" cy="43107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309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926" y="317242"/>
            <a:ext cx="5594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DATASET DESCRIPTION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1926" y="1404127"/>
            <a:ext cx="825759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dataset contains advertising budgets in three media channels: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TV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Radio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Newspaper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Sales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dataset is used to train a machine learning model to predict sales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802" y="317242"/>
            <a:ext cx="2991275" cy="59529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9306220" y="6400799"/>
            <a:ext cx="1130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From Excel file</a:t>
            </a:r>
            <a:endParaRPr lang="en-IN" sz="1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09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242" y="354563"/>
            <a:ext cx="5323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DATA PRESROCESSING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7242" y="1515953"/>
            <a:ext cx="49545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Steps performed in this project: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Imported dataset using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Pandas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Checked dataset structure using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df.info()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Handled missing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Selected features and target variables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Prepared the dataset for model training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908" y="847111"/>
            <a:ext cx="1337684" cy="13376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7596"/>
            <a:ext cx="2312954" cy="23129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754" y="2361341"/>
            <a:ext cx="1758304" cy="9492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460" y="831599"/>
            <a:ext cx="1353196" cy="135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3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249" y="391886"/>
            <a:ext cx="8760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EXPLORATORY DATA ANALYSIS (EDA)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9249" y="1669607"/>
            <a:ext cx="88920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visualization was used to understand relationships.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Scatter plots were created between advertising budget and sales.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Correlation analysis helped identify which advertisement medium impacts sales more.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189" y="2597705"/>
            <a:ext cx="4150411" cy="1971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77" y="2597705"/>
            <a:ext cx="4188205" cy="1974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189" y="4685999"/>
            <a:ext cx="4151543" cy="20133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9"/>
          <a:stretch/>
        </p:blipFill>
        <p:spPr>
          <a:xfrm>
            <a:off x="6251977" y="4685999"/>
            <a:ext cx="4188205" cy="20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94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603" y="363894"/>
            <a:ext cx="6232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FEATURING ENGINEERING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4603" y="1696139"/>
            <a:ext cx="76137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Created a new feature to improve prediction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TV × Radio interaction feature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helps the model understand combined advertising effects.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119" y="3305383"/>
            <a:ext cx="5428472" cy="303994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1882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596" y="326571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MODULE BUILDING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42596" y="1444213"/>
            <a:ext cx="50086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Algorithm Used: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Linear Regression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Steps: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Split dataset into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Training and Testing sets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 the model using training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Test model performance on unseen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609" y="3429000"/>
            <a:ext cx="7812279" cy="245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75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919" y="345234"/>
            <a:ext cx="64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MODULE PREDICATION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9919" y="1399592"/>
            <a:ext cx="90133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Example prediction: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Input Advertising Budget: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TV = 150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Radio = 25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Newspaper = 20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The trained model predicts </a:t>
            </a:r>
            <a:r>
              <a:rPr lang="en-US" b="1" dirty="0" smtClean="0">
                <a:solidFill>
                  <a:schemeClr val="bg1"/>
                </a:solidFill>
              </a:rPr>
              <a:t>expected product sales</a:t>
            </a:r>
            <a:r>
              <a:rPr lang="en-US" dirty="0" smtClean="0">
                <a:solidFill>
                  <a:schemeClr val="bg1"/>
                </a:solidFill>
              </a:rPr>
              <a:t> based on these inputs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19" y="3561945"/>
            <a:ext cx="5677692" cy="25340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859" y="3561946"/>
            <a:ext cx="4534561" cy="253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918" y="307910"/>
            <a:ext cx="328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bg1"/>
                </a:solidFill>
                <a:latin typeface="Baskerville Old Face" panose="02020602080505020303" pitchFamily="18" charset="0"/>
              </a:rPr>
              <a:t>CONCLUSION</a:t>
            </a:r>
            <a:endParaRPr lang="en-IN" sz="3600" b="1" u="sng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9918" y="1693706"/>
            <a:ext cx="102579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 can effectively predict sales from advertising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TV and Radio advertising have a stronger influence on sales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compared to Newspaper.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model can help businesses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optimize marketing budgets and improve decision making.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3"/>
          <a:stretch/>
        </p:blipFill>
        <p:spPr>
          <a:xfrm>
            <a:off x="7094969" y="3429000"/>
            <a:ext cx="3962400" cy="263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344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Unicode MS</vt:lpstr>
      <vt:lpstr>Agency FB</vt:lpstr>
      <vt:lpstr>Arial</vt:lpstr>
      <vt:lpstr>Baskerville Old Face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9</cp:revision>
  <dcterms:created xsi:type="dcterms:W3CDTF">2026-03-16T05:33:07Z</dcterms:created>
  <dcterms:modified xsi:type="dcterms:W3CDTF">2026-03-16T06:45:09Z</dcterms:modified>
</cp:coreProperties>
</file>